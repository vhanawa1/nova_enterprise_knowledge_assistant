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>
                <a:solidFill>
                  <a:srgbClr val="BFD3E8"/>
                </a:solidFill>
              </a:rPr>
              <a:t>TITLE: Q2 Product Launch Retrospective - "Atlas" Release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DEPARTMENT: Operations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VERSION: 1.0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EFFECTIVE_DATE: 2026-07-10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Q2 Product Launch Retrospective - "Atlas"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Operations   |   Internal   |   v1.0   |  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1.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9377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The Atlas release launched on schedule on June 15, 2026, reaching 40,000 active users within the first 30 days against a target of 35,000 (114% of target).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Customer-reported critical bugs were higher than expected in the first week (12 vs a target of &lt;5).</a:t>
            </a:r>
          </a:p>
        </p:txBody>
      </p:sp>
      <p:pic>
        <p:nvPicPr>
          <p:cNvPr id="4" name="Picture 3" descr="atlas_launch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1362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4206240"/>
            <a:ext cx="31089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i="1">
                <a:solidFill>
                  <a:srgbClr val="888888"/>
                </a:solidFill>
              </a:rPr>
              <a:t>Target vs. actual, key launch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Launch Metrics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30-day active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114% of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Critical bugs (week 1)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&lt; 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Above target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2. What Went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Cross-functional launch readiness checklist (Engineering, Support, Marketing) was completed 100% on time, a first for a major release.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Marketing campaign drove 25% more signups in week 1 than the previous major release.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Support team's pre-launch training (see Customer Support Training Manual) resulted in a 30% faster average resolution time for launch-related tickets compared to the prior 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3. What Didn't Go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Critical bug count (12) exceeded target due to insufficient load testing under real-world traffic patterns; the QA environment did not simulate the actual user concurrency seen at launch.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On-call rotation was understaffed for the first 48 hours post-launch, leading to slower incident response for 3 of the 12 critical bugs.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4. Action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QA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Implement production-traffic-pattern load testing before the next major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Before Q3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Ops Director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Increase on-call staffing to 2x normal levels for the first 72 hours after any major release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Immediate, all future launches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Support Enablement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Formalize the pre-launch training program as the standard process for all future major releases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Next release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5.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Product Operations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product-ops@company.com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