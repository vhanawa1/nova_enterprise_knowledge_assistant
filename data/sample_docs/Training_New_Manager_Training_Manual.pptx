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>
                <a:solidFill>
                  <a:srgbClr val="BFD3E8"/>
                </a:solidFill>
              </a:rPr>
              <a:t>TITLE: New Manager Training Manual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ORGANIZATION: Northwind Analytics, Inc.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DEPARTMENT: Operations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SENSITIVITY: Internal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VERSION: 1.0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EFFECTIVE_DATE: 2025-09-01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20040"/>
            <a:ext cx="2011680" cy="4009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691640"/>
            <a:ext cx="813816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New Manager Training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8138160" cy="4572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200">
                <a:solidFill>
                  <a:srgbClr val="BFD3E8"/>
                </a:solidFill>
              </a:rPr>
              <a:t>Operations   |   Internal   |   v1.0   |   2025-09-01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1.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This manual supports employees transitioning into their first people-management role, covering their first 90 days as a manager.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90-Day Roadmap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38912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Foundations -- e-learning, direct report reviews, initial 1:1s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Month 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Building rhythm -- weekly 1:1 cadence, Q-goals, peer cohort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Months 2-3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Performance &amp; feedback -- review process, SBI framework, difficult conversations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2. Week 1: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Complete "Manager Essentials" e-learning module (4 hours).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Review each direct report's role, goals, and recent performance history with your own manager or HRBP.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Schedule initial 1:1s with all direct reports within the first week.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3. Month 1: Building Rhythm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Establish a recurring weekly 1:1 cadence with each direct report.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Set or confirm Q-goals for the team, aligned to department OKRs.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Attend the "New Manager Cohort" live session (offered monthly) to connect with peers also new to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4. Month 2-3: Performance &amp;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Learn the performance review process (see HR Performance Review SOP).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Practice giving structured feedback using the SBI (Situation-Behavior-Impact) framework, covered in a required workshop.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Complete the "Difficult Conversations" training module.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5. Ongoing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New managers are paired with a "manager buddy" (an experienced manager in a different team) for their first 6 months for informal coaching.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6.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people-development@company.com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