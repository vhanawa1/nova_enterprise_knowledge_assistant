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>
                <a:solidFill>
                  <a:srgbClr val="BFD3E8"/>
                </a:solidFill>
              </a:rPr>
              <a:t>TITLE: New Employee Onboarding SOP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ORGANIZATION: Northwind Analytics, Inc.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DEPARTMENT: Operations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SENSITIVITY: Internal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VERSION: 2.0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EFFECTIVE_DATE: 2026-02-01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20040"/>
            <a:ext cx="2011680" cy="4009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691640"/>
            <a:ext cx="813816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New Employee Onboarding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8138160" cy="457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200">
                <a:solidFill>
                  <a:srgbClr val="BFD3E8"/>
                </a:solidFill>
              </a:rPr>
              <a:t>Operations   |   Internal   |   v2.0   |   2026-02-01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1.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This Standard Operating Procedure defines the end-to-end onboarding process for new hires, from offer acceptance to end of first 30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2. Pre-Joining (T-7 to T-1 Days)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HR sends the offer confirmation and joining kit to the candidate.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IT provisions the laptop, corporate email, and Slack account 3 days before the joining date.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Facilities assigns a desk (for hybrid/on-site roles) and building access card, ready for collection on Day 1.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The reporting manager assigns a "buddy" from the team to support the new hire during their first two weeks.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3.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New hire reports to the Reception desk at 9:30 AM and completes ID verification.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HR conducts a 1-hour orientation session covering company policies, code of conduct, and benefits enrollment.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IT hands over the laptop and walks through VPN setup, MFA registration, and access to core systems (email, HR portal, project tools).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New hire completes mandatory Information Security and Code of Conduct e-learning modules (must be completed within 48 hours).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4.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Reporting manager schedules a 1:1 to walk through role expectations, 30/60/90 day goals, and team introductions.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New hire is added to relevant project channels and distribution lists.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Buddy schedules informal check-ins on Day 2, Day 4, and end of Week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5. Day 30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Reporting manager completes a 30-day review covering role clarity, early performance observations, and any support needed.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HR sends a pulse survey to gather onboarding experience feedback.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Any pending access or equipment issues must be resolved by this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6. Roles and Responsibilities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Responsibilities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</a:rP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</a:rPr>
                        <a:t>Offer logistics, orientation, policy briefing, pulse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</a:rPr>
                        <a:t>IT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</a:rPr>
                        <a:t>Hardware provisioning, system access, security training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</a:rPr>
                        <a:t>Reporting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</a:rPr>
                        <a:t>Goal-setting, 1:1s, 30-day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</a:rPr>
                        <a:t>Buddy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</a:rPr>
                        <a:t>Informal support and culture onboarding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7.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Any onboarding delays (equipment not ready, access not provisioned) should be escalated to the Operations Onboarding Team at onboarding@company.com.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