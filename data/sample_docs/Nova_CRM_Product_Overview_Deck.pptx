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>
                <a:solidFill>
                  <a:srgbClr val="BFD3E8"/>
                </a:solidFill>
              </a:rPr>
              <a:t>TITLE: Nova CRM — Internal Product Overview</a:t>
            </a:r>
          </a:p>
          <a:p>
            <a:r>
              <a:rPr sz="900">
                <a:solidFill>
                  <a:srgbClr val="BFD3E8"/>
                </a:solidFill>
              </a:rPr>
              <a:t>ORGANIZATION: Northwind Analytics, Inc.</a:t>
            </a:r>
          </a:p>
          <a:p>
            <a:r>
              <a:rPr sz="900">
                <a:solidFill>
                  <a:srgbClr val="BFD3E8"/>
                </a:solidFill>
              </a:rPr>
              <a:t>DEPARTMENT: Engineering</a:t>
            </a:r>
          </a:p>
          <a:p>
            <a:r>
              <a:rPr sz="900">
                <a:solidFill>
                  <a:srgbClr val="BFD3E8"/>
                </a:solidFill>
              </a:rPr>
              <a:t>SENSITIVITY: Internal</a:t>
            </a:r>
          </a:p>
          <a:p>
            <a:r>
              <a:rPr sz="900">
                <a:solidFill>
                  <a:srgbClr val="BFD3E8"/>
                </a:solidFill>
              </a:rPr>
              <a:t>VERSION: 2.0</a:t>
            </a:r>
          </a:p>
          <a:p>
            <a:r>
              <a:rPr sz="900">
                <a:solidFill>
                  <a:srgbClr val="BFD3E8"/>
                </a:solidFill>
              </a:rPr>
              <a:t>EFFECTIVE_DATE: 2026-04-05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20040"/>
            <a:ext cx="2011680" cy="4009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600200"/>
            <a:ext cx="813816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Nova CRM — Internal Product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8138160" cy="457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200">
                <a:solidFill>
                  <a:srgbClr val="BFD3E8"/>
                </a:solidFill>
              </a:rPr>
              <a:t>Engineering   |   Internal   |   v2.0   |   2026-04-05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What is Nova CRM?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493776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Nova CRM is our internal platform for managing accounts, opportunities, and the client relationship lifecycle across IT Services and Manufacturing key accounts.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Version 2 launched in early 2026, replacing the legacy on-premise system.</a:t>
            </a:r>
          </a:p>
        </p:txBody>
      </p:sp>
      <p:pic>
        <p:nvPicPr>
          <p:cNvPr id="4" name="Picture 3" descr="screenshot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05840"/>
            <a:ext cx="3108960" cy="18937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7840" y="4160520"/>
            <a:ext cx="31089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i="1">
                <a:solidFill>
                  <a:srgbClr val="888888"/>
                </a:solidFill>
              </a:rPr>
              <a:t>Illustrative dashboard mockup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Who Uses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Sales — pipeline management and forecasting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Customer Success — account health tracking and renewal management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IT Services Delivery — client onboarding handoff and engagement tracking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Manufacturing Key Account Managers — order visibility for top accounts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Accounts &amp; Contacts — the single source of truth for client relationship data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Opportunities — deal tracking from qualification through close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Reporting &amp; Dashboards — pipeline, forecast, and account health views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Integration Hub — syncs with the ERP system and Manufacturing order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Getting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Access is provisioned automatically for Sales, CS, and Delivery roles during onboarding, per the Employee Onboarding SOP.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Other roles needing access should request it via the IT Service Portal with manager approval.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Training modules are available on-demand in the Learning Portal under "Nova CRM Fundamentals."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