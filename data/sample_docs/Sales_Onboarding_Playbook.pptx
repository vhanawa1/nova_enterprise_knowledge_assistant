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943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00">
                <a:solidFill>
                  <a:srgbClr val="BFD3E8"/>
                </a:solidFill>
              </a:rPr>
              <a:t>TITLE: Sales Onboarding Playbook</a:t>
            </a:r>
          </a:p>
          <a:p>
            <a:r>
              <a:rPr sz="900">
                <a:solidFill>
                  <a:srgbClr val="BFD3E8"/>
                </a:solidFill>
              </a:rPr>
              <a:t>ORGANIZATION: Northwind Analytics, Inc.</a:t>
            </a:r>
          </a:p>
          <a:p>
            <a:r>
              <a:rPr sz="900">
                <a:solidFill>
                  <a:srgbClr val="BFD3E8"/>
                </a:solidFill>
              </a:rPr>
              <a:t>DEPARTMENT: Sales Enablement</a:t>
            </a:r>
          </a:p>
          <a:p>
            <a:r>
              <a:rPr sz="900">
                <a:solidFill>
                  <a:srgbClr val="BFD3E8"/>
                </a:solidFill>
              </a:rPr>
              <a:t>SENSITIVITY: Internal</a:t>
            </a:r>
          </a:p>
          <a:p>
            <a:r>
              <a:rPr sz="900">
                <a:solidFill>
                  <a:srgbClr val="BFD3E8"/>
                </a:solidFill>
              </a:rPr>
              <a:t>VERSION: 1.2</a:t>
            </a:r>
          </a:p>
          <a:p>
            <a:r>
              <a:rPr sz="900">
                <a:solidFill>
                  <a:srgbClr val="BFD3E8"/>
                </a:solidFill>
              </a:rPr>
              <a:t>EFFECTIVE_DATE: 2026-03-01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20040"/>
            <a:ext cx="2011680" cy="4009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813816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Sales Onboarding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8138160" cy="4572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200">
                <a:solidFill>
                  <a:srgbClr val="BFD3E8"/>
                </a:solidFill>
              </a:rPr>
              <a:t>Sales Enablement   |   Internal   |   v1.2   |  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Welcome to Sales at Northwind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This playbook covers your first 60 days as a new Sales team member, across both our IT Services and Manufacturing key account motions.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Your Sales Enablement buddy and manager will walk through this with you — it's a guide, not a solo checklist.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Week 1: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Complete Nova CRM onboarding training and get provisioned with pipeline access.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Shadow 3 client calls with a senior Account Executive.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Review the current quarter's Product Overview deck and IT Support Service Catalog, so you can speak to both what we sell and how we support it.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Meet your Sales Enablement buddy for a 1:1 kickoff.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Weeks 2-4: Ramping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Begin working assigned warm leads under AE supervision.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Complete the Manufacturing Solutions overview session — selling into manufacturing key accounts requires different conversation starters than IT Services deals.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Shadow a full deal cycle end-to-end, from discovery call through to Client Onboarding SOP handoff.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Weeks 5-8: Independent Selling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Own your first assigned accounts independently, with weekly pipeline review with your manager.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Target: first qualified opportunity logged in Nova CRM by end of week 6.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Complete the Sales Methodology certification (MEDDIC framework) required for all quota-carrying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2000" b="1">
                <a:solidFill>
                  <a:srgbClr val="1F4E79"/>
                </a:solidFill>
              </a:rPr>
              <a:t>Key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8229600" cy="3931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Nova CRM — your pipeline and account system of record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IT Support Service Catalog — what we deliver and our SLAs, useful for setting client expectations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Client Onboarding SOP — hand off a signed deal correctly to Delivery</a:t>
            </a:r>
          </a:p>
          <a:p>
            <a:pPr algn="l">
              <a:spcAft>
                <a:spcPts val="900"/>
              </a:spcAft>
            </a:pPr>
            <a:r>
              <a:rPr sz="1300">
                <a:solidFill>
                  <a:srgbClr val="333333"/>
                </a:solidFill>
              </a:rPr>
              <a:t>•  Sales Enablement Slack channel — #sales-enablement for questions any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