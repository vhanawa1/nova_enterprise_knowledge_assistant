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>
                <a:solidFill>
                  <a:srgbClr val="BFD3E8"/>
                </a:solidFill>
              </a:rPr>
              <a:t>TITLE: Customer Support Onboarding Training Manual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DEPARTMENT: Operations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VERSION: 1.1</a:t>
            </a:r>
          </a:p>
          <a:p>
            <a:pPr algn="l"/>
            <a:r>
              <a:rPr sz="900">
                <a:solidFill>
                  <a:srgbClr val="BFD3E8"/>
                </a:solidFill>
              </a:rPr>
              <a:t>EFFECTIVE_DATE: 2025-12-01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91640"/>
            <a:ext cx="813816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Customer Support Onboarding Training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Operations   |   Internal   |   v1.1   |   2025-12-01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Onboarding Timeline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Key Milestone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Product &amp;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Complete e-learning + tooling walkthrough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Handling Tickets (Supervised)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First-response time under 2 hours, Tier 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Weeks 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Ramping to Independence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Handle Tier 1/2 independently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End of Week 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Certification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Pass scenario-based assessment (85%+)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1. Week 1: Product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Complete product fundamentals e-learning (6 modules, ~8 hours total).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Get access to the support ticketing system (Zendesk) and internal knowledge base; complete the tooling walkthrough with your buddy.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Shadow 5 live support calls/chats with a senior 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2. Week 2: Handling Tickets (Supervised)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Begin handling low-complexity tickets (tagged "Tier 1") with a senior agent reviewing responses before they are sent.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Target first-response time: under 2 hours for Tier 1 tickets.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3. Weeks 3-4: Ramping to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Handle Tier 1 and Tier 2 tickets independently; senior agent spot-checks 20% of responses.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•  Learn the escalation path for Tier 3 (complex/technical) tickets: escalate to the Technical Support team via the "Escalate" button in Zendesk, with a target technical response SLA of 4 business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4.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New agents are certified to handle tickets fully independently after passing a scenario-based assessment (minimum 85% score) at the end of Week 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5. Ongoing Metrics (Post-Certification)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38912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First-response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Under 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Resolution time (Tier 1/2)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Under 24 hours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Customer satisfaction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Above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900" b="1">
                <a:solidFill>
                  <a:srgbClr val="1F4E79"/>
                </a:solidFill>
              </a:rPr>
              <a:t>6.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333333"/>
                </a:solidFill>
              </a:rPr>
              <a:t>support-enablement@company.com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