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>
                <a:solidFill>
                  <a:srgbClr val="BFD3E8"/>
                </a:solidFill>
              </a:rPr>
              <a:t>TITLE: Information Security Awareness Training</a:t>
            </a:r>
          </a:p>
          <a:p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r>
              <a:rPr sz="900">
                <a:solidFill>
                  <a:srgbClr val="BFD3E8"/>
                </a:solidFill>
              </a:rPr>
              <a:t>DEPARTMENT: IT Security</a:t>
            </a:r>
          </a:p>
          <a:p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r>
              <a:rPr sz="900">
                <a:solidFill>
                  <a:srgbClr val="BFD3E8"/>
                </a:solidFill>
              </a:rPr>
              <a:t>VERSION: 4.0</a:t>
            </a:r>
          </a:p>
          <a:p>
            <a:r>
              <a:rPr sz="900">
                <a:solidFill>
                  <a:srgbClr val="BFD3E8"/>
                </a:solidFill>
              </a:rPr>
              <a:t>EFFECTIVE_DATE: 2026-01-15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00200"/>
            <a:ext cx="813816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Information Security Awareness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IT Security   |   Internal   |   v4.0   |   2026-01-15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Why Security Awareness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Northwind Analytics, Inc. handles client data, employee data, and Manufacturing operational technology (OT) systems — all attractive targets for attackers.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Most breaches start with a human action: clicking a phishing link, reusing a password, or plugging in an unknown USB device.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This training is mandatory annually for all employees, and within 30 days of joining for new hires.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Recognizing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Common red flags: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Urgent or threatening language pushing you to act immediately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Sender address that looks almost right, but isn't quite (e.g. it-support@northwindanalyics.com)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Unexpected attachments or links, especially requesting login credentials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Requests to bypass normal approval processes (e.g. "wire this today, don't tell finance yet")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When in doubt: use the Report Phishing button. Never forward or reply to a suspicious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Password &amp; Access Hygiene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Use a unique, strong passphrase for every system — password reuse is one of the most common root causes of account compromise.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MFA is mandatory for all corporate accounts, per the Password and Account Security Policy.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Never share credentials, even with IT — IT will never ask for your password.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Lock your screen every time you step away, on the office floor and especially on the manufacturing plant floor where shared terminals are common.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Manufacturing OT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Operational Technology (OT) systems on the plant floor run production equipment and are segmented from the corporate network for a reason.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Never connect a personal USB drive or laptop to an OT terminal without IT/OT Security approval.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Report any unusual OT system behavior (unexpected reboots, unfamiliar prompts) to the OT/Production Support line immediately — it could indicate a security incident, not just a technical fault.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What To Do If You Suspect an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Don't panic, and don't try to "fix it yourself" by deleting files or restarting systems.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Disconnect the affected device from the network if you can do so safely.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Report immediately to the IT Helpdesk (P1 line) or Security Hotline.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The faster a suspected incident is reported, the smaller the potential impact — you will never be penalized for reporting a false alarm in good faith.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